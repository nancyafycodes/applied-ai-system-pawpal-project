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6" autoAdjust="0"/>
    <p:restoredTop sz="94660"/>
  </p:normalViewPr>
  <p:slideViewPr>
    <p:cSldViewPr snapToGrid="0">
      <p:cViewPr varScale="1">
        <p:scale>
          <a:sx n="88" d="100"/>
          <a:sy n="88" d="100"/>
        </p:scale>
        <p:origin x="132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E9F35F-C0A1-4697-9CC7-2AA1B97F8EA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32F694-A2A6-4B68-B1AE-0113FA57D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792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2F694-A2A6-4B68-B1AE-0113FA57DC8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847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808B16D7-7F44-4C2A-B23D-77F7FAD455B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2AD01E38-9E87-4BFD-B3DE-598BEBE91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80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B16D7-7F44-4C2A-B23D-77F7FAD455B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01E38-9E87-4BFD-B3DE-598BEBE91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915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08B16D7-7F44-4C2A-B23D-77F7FAD455B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AD01E38-9E87-4BFD-B3DE-598BEBE91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833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B16D7-7F44-4C2A-B23D-77F7FAD455B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01E38-9E87-4BFD-B3DE-598BEBE91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786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B16D7-7F44-4C2A-B23D-77F7FAD455B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01E38-9E87-4BFD-B3DE-598BEBE91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435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B16D7-7F44-4C2A-B23D-77F7FAD455B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01E38-9E87-4BFD-B3DE-598BEBE91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764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B16D7-7F44-4C2A-B23D-77F7FAD455B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01E38-9E87-4BFD-B3DE-598BEBE91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017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B16D7-7F44-4C2A-B23D-77F7FAD455B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01E38-9E87-4BFD-B3DE-598BEBE91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524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B16D7-7F44-4C2A-B23D-77F7FAD455B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01E38-9E87-4BFD-B3DE-598BEBE91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537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B16D7-7F44-4C2A-B23D-77F7FAD455B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01E38-9E87-4BFD-B3DE-598BEBE91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90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08B16D7-7F44-4C2A-B23D-77F7FAD455B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AD01E38-9E87-4BFD-B3DE-598BEBE91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1840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08B16D7-7F44-4C2A-B23D-77F7FAD455B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AD01E38-9E87-4BFD-B3DE-598BEBE9105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437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08B16D7-7F44-4C2A-B23D-77F7FAD455B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AD01E38-9E87-4BFD-B3DE-598BEBE91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7134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B16D7-7F44-4C2A-B23D-77F7FAD455B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01E38-9E87-4BFD-B3DE-598BEBE91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6393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B16D7-7F44-4C2A-B23D-77F7FAD455B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01E38-9E87-4BFD-B3DE-598BEBE91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5106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B16D7-7F44-4C2A-B23D-77F7FAD455B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01E38-9E87-4BFD-B3DE-598BEBE91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2843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08B16D7-7F44-4C2A-B23D-77F7FAD455B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AD01E38-9E87-4BFD-B3DE-598BEBE91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549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8B16D7-7F44-4C2A-B23D-77F7FAD455B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D01E38-9E87-4BFD-B3DE-598BEBE91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814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73" r:id="rId3"/>
    <p:sldLayoutId id="2147483874" r:id="rId4"/>
    <p:sldLayoutId id="2147483875" r:id="rId5"/>
    <p:sldLayoutId id="2147483876" r:id="rId6"/>
    <p:sldLayoutId id="2147483877" r:id="rId7"/>
    <p:sldLayoutId id="2147483878" r:id="rId8"/>
    <p:sldLayoutId id="2147483879" r:id="rId9"/>
    <p:sldLayoutId id="2147483880" r:id="rId10"/>
    <p:sldLayoutId id="2147483881" r:id="rId11"/>
    <p:sldLayoutId id="2147483882" r:id="rId12"/>
    <p:sldLayoutId id="2147483883" r:id="rId13"/>
    <p:sldLayoutId id="2147483884" r:id="rId14"/>
    <p:sldLayoutId id="2147483885" r:id="rId15"/>
    <p:sldLayoutId id="2147483886" r:id="rId16"/>
    <p:sldLayoutId id="214748388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CE957-B891-EE16-A790-746B5707EC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47800"/>
            <a:ext cx="9144000" cy="136615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PAWPAL+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064F58-0CBD-6397-C2FB-FB06DCB91F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24941"/>
            <a:ext cx="9144000" cy="70213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4291927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D04B7-FE13-5AE6-3C8D-E7EF1BA27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805FD-3F4D-80E4-20EC-056FBB97F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210889"/>
            <a:ext cx="10820400" cy="3471454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359205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72760-3652-0353-444C-047D1325B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532DA-4B56-7B9C-665C-2E56FBF3E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Pawpal+ is an AI-integrated app that allows users to schedule routine tasks.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 is currently restricted to dog and cats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 functions through AI integration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Assists owner(user) schedule daily tasks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are grouped into morning, afternoon, evenings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Conflicts are flagged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integration makes app dynamic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can track tasks overtime and repeat as necessary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672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244A9-1FB8-6F31-547D-CEDCDC20E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Intro. Contd.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92B48-A640-52F2-4B44-09E10A430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is not required to run app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MOCK API is used to show app functionality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from any AI chatbot can be used to make app more dynamic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Pet breeds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Dogs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Golden retriever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Pomeranian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Bichon Frise</a:t>
            </a:r>
          </a:p>
          <a:p>
            <a:pPr lvl="2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</a:t>
            </a:r>
          </a:p>
          <a:p>
            <a:pPr lvl="2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persian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0222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B385E-6EE3-5585-BF89-549CAFEAF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90114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29565-E903-1127-BAF9-B4E770291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763486"/>
            <a:ext cx="10820400" cy="4702628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demo instruction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all required files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using desired IDE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 was used for the project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terminal run –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 –m streamlit run app.py**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**NB.: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–m streamlit run app.py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used – system dependent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landing page (streamlit)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owner and pet name and save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tasks of the day</a:t>
            </a:r>
          </a:p>
          <a:p>
            <a:pPr lvl="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button allow for removal of incorrect entries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schedule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will show three examples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Golden retriever (dog)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Pomeranian(dog)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Persian (cat)</a:t>
            </a:r>
          </a:p>
        </p:txBody>
      </p:sp>
    </p:spTree>
    <p:extLst>
      <p:ext uri="{BB962C8B-B14F-4D97-AF65-F5344CB8AC3E}">
        <p14:creationId xmlns:p14="http://schemas.microsoft.com/office/powerpoint/2010/main" val="3863793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F861A-B646-3A53-0539-CA5D7F076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6527B-70EA-5C58-E03D-97556A4592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452192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Landing Page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668623-42FF-C3F3-9ABB-57204AC2A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4543" y="2029540"/>
            <a:ext cx="5497490" cy="451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803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0A370-53DF-7798-B8F1-42CE89EC7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90658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F3442-05B1-FB7E-144B-5288EC388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534886"/>
            <a:ext cx="10820400" cy="514894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Golden retriever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871017-7D19-FF66-B259-5D7653996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664" y="2441469"/>
            <a:ext cx="4309493" cy="37163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721AD7-F2A8-C718-7F40-4D13D9DAF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672" y="2350025"/>
            <a:ext cx="4093490" cy="3807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794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C5B49-106C-FACC-4A71-5D99392C6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83038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(contd.)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B79E0C-D019-DF98-CC97-44CB2394D1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1896" y="1736271"/>
            <a:ext cx="4913553" cy="4616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E7CB0A-560E-5597-9F72-72213D5D4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9970" y="1711160"/>
            <a:ext cx="5360480" cy="432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39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30A74-E585-DFF6-AEBD-4A29366E2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92291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(contd.)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ADC3EA-E13E-9F77-5958-FA958789CE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1651" y="2150383"/>
            <a:ext cx="4486907" cy="37723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6B1F83-AF78-1765-EDEF-8DED291ABC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531" y="2198914"/>
            <a:ext cx="4344367" cy="38154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6A0D41-24EB-170E-05F7-02F844728A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2434" y="2276421"/>
            <a:ext cx="2898002" cy="74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909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2F740-A762-D968-C2D2-D6590FFD1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81949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(contd.)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3CD33-F90F-F4CC-CE7B-841DE7A4A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98172"/>
            <a:ext cx="10820400" cy="452051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Pomeranian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427C8B-BA96-CC81-D292-3BBE08A4C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042" y="2106856"/>
            <a:ext cx="4680858" cy="39020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AEAA65-2621-39F7-3638-54E71122D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8525" y="2318657"/>
            <a:ext cx="3997720" cy="38045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CCF387-F3FB-6BDC-A3FD-A174C5AA26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148" y="2517670"/>
            <a:ext cx="3490456" cy="3575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190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519B9-D346-3C46-8717-10B3CD7C0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95012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(contd.)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B2CD0-4814-C26D-B89C-78A76B740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714500"/>
            <a:ext cx="10820400" cy="484958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Pomeranian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568789-3B29-4FAD-EA08-69163D1B2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31" y="2264229"/>
            <a:ext cx="4186009" cy="36684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E39429-F55D-FF44-8AEE-EB76D5844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343" y="2786745"/>
            <a:ext cx="4185170" cy="33854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30F4D4-C2ED-16A7-3DFB-8899412707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9894" y="2739990"/>
            <a:ext cx="3543439" cy="174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208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5FB13-0AAD-7A64-EEE6-7D3E7AD59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79772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A112B-E209-9B47-ABBF-D3F2D502C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562100"/>
            <a:ext cx="10820400" cy="465658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Persian Cat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02F66E-2749-D66E-6AA3-F10543CC7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43" y="2121225"/>
            <a:ext cx="4794949" cy="41560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B8CB59-036D-0E99-7C85-EB4A008B8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2370" y="1888672"/>
            <a:ext cx="4794949" cy="4272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028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877A5-FBF9-747F-3B56-459466931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95012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42240-A643-EA28-E7AC-D4AEBF50D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714500"/>
            <a:ext cx="10820400" cy="450418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Persian Cat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5F8469-C6D1-AC2A-19D5-7FD623158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73" y="2010637"/>
            <a:ext cx="4637312" cy="43901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B2946F-88AF-36CB-B272-668CD4C97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8487" y="1892863"/>
            <a:ext cx="5098899" cy="4504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7733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A4E36-8E54-80F0-B7E8-588143C9C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83038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A0648-D4C0-F33C-E1A6-DA144E250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594758"/>
            <a:ext cx="10820400" cy="462392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Persian Cat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4AEFD3-8058-6E5C-F7CF-DAD93E826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90" y="2149929"/>
            <a:ext cx="6009910" cy="47080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A97200-AE81-34B5-336C-2C4074B89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151" y="2013479"/>
            <a:ext cx="5430419" cy="241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445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315AB-8919-4B33-4283-E437BAB1C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84127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91932-6B37-1614-D1AB-74C98627B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796144"/>
            <a:ext cx="10820400" cy="442254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 functionality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schedule based on owner input</a:t>
            </a: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Allotted time can be changed to fit owner schedule</a:t>
            </a: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Mimics suggestions based on season</a:t>
            </a: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Conflict detection</a:t>
            </a: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Breed identification</a:t>
            </a:r>
          </a:p>
        </p:txBody>
      </p:sp>
    </p:spTree>
    <p:extLst>
      <p:ext uri="{BB962C8B-B14F-4D97-AF65-F5344CB8AC3E}">
        <p14:creationId xmlns:p14="http://schemas.microsoft.com/office/powerpoint/2010/main" val="31751262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D1C799-FC48-D10C-79A7-4FDB0C1DE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3871" y="2516973"/>
            <a:ext cx="8610600" cy="129302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you!!!!!!</a:t>
            </a:r>
          </a:p>
        </p:txBody>
      </p:sp>
    </p:spTree>
    <p:extLst>
      <p:ext uri="{BB962C8B-B14F-4D97-AF65-F5344CB8AC3E}">
        <p14:creationId xmlns:p14="http://schemas.microsoft.com/office/powerpoint/2010/main" val="1634350376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430</TotalTime>
  <Words>286</Words>
  <Application>Microsoft Office PowerPoint</Application>
  <PresentationFormat>Widescreen</PresentationFormat>
  <Paragraphs>78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Century Gothic</vt:lpstr>
      <vt:lpstr>Times New Roman</vt:lpstr>
      <vt:lpstr>Vapor Trail</vt:lpstr>
      <vt:lpstr>PAWPAL+ PROJECT</vt:lpstr>
      <vt:lpstr>outline</vt:lpstr>
      <vt:lpstr>introduction</vt:lpstr>
      <vt:lpstr>Intro. Contd.</vt:lpstr>
      <vt:lpstr>demo</vt:lpstr>
      <vt:lpstr>Demo (contd.)</vt:lpstr>
      <vt:lpstr>Demo (contd.)</vt:lpstr>
      <vt:lpstr>Demo (contd.)</vt:lpstr>
      <vt:lpstr>Demo (contd.)</vt:lpstr>
      <vt:lpstr>Demo (contd.)</vt:lpstr>
      <vt:lpstr>Demo (contd.)</vt:lpstr>
      <vt:lpstr>Demo (contd.)</vt:lpstr>
      <vt:lpstr>Demo (contd.)</vt:lpstr>
      <vt:lpstr>Demo (contd.)</vt:lpstr>
      <vt:lpstr>conclusion</vt:lpstr>
      <vt:lpstr>Thank you!!!!!!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Afy A.</dc:creator>
  <cp:lastModifiedBy>Afy A.</cp:lastModifiedBy>
  <cp:revision>3</cp:revision>
  <dcterms:created xsi:type="dcterms:W3CDTF">2026-04-26T23:29:28Z</dcterms:created>
  <dcterms:modified xsi:type="dcterms:W3CDTF">2026-04-27T06:40:07Z</dcterms:modified>
</cp:coreProperties>
</file>