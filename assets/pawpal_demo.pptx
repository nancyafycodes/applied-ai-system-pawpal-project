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88" d="100"/>
          <a:sy n="88" d="100"/>
        </p:scale>
        <p:origin x="132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E9F35F-C0A1-4697-9CC7-2AA1B97F8EAE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32F694-A2A6-4B68-B1AE-0113FA57DC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792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32F694-A2A6-4B68-B1AE-0113FA57DC8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47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80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915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833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86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435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764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01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524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537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0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84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437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713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6393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5106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2843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49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8B16D7-7F44-4C2A-B23D-77F7FAD455BF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D01E38-9E87-4BFD-B3DE-598BEBE910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814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883" r:id="rId13"/>
    <p:sldLayoutId id="2147483884" r:id="rId14"/>
    <p:sldLayoutId id="2147483885" r:id="rId15"/>
    <p:sldLayoutId id="2147483886" r:id="rId16"/>
    <p:sldLayoutId id="214748388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CE957-B891-EE16-A790-746B5707EC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47800"/>
            <a:ext cx="9144000" cy="136615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PAWPAL+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064F58-0CBD-6397-C2FB-FB06DCB91F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4941"/>
            <a:ext cx="9144000" cy="70213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29192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D04B7-FE13-5AE6-3C8D-E7EF1BA27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805FD-3F4D-80E4-20EC-056FBB97F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210889"/>
            <a:ext cx="10820400" cy="347145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359205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72760-3652-0353-444C-047D1325B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532DA-4B56-7B9C-665C-2E56FBF3E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Pawpal+ is an AI-integrated app that allows users to schedule routine tasks.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is currently restricted to dog and cats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functions through AI integration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Assists owner(user) schedule daily tasks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are grouped into morning, afternoon, evenings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Conflicts are flagged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integration makes app dynamic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can track tasks overtime and repeat as necessary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767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244A9-1FB8-6F31-547D-CEDCDC20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Intro. Contd.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92B48-A640-52F2-4B44-09E10A430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is not required to run app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API is used to show app functionality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from any AI chatbot can be used to make app more dynamic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 breeds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Dogs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Golden retriever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Pomeranian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Bichon Frise</a:t>
            </a: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</a:t>
            </a:r>
          </a:p>
          <a:p>
            <a:pPr lvl="2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persian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2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0222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B385E-6EE3-5585-BF89-549CAFEAF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90114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29565-E903-1127-BAF9-B4E770291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763486"/>
            <a:ext cx="10820400" cy="4702628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Quick demo instruction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all required files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using desired IDE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Code was used for the project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terminal run –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 –m streamlit run app.py**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**NB.: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–m streamlit run app.py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used – system dependent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landing page (streamlit)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 owner and pet name and save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 tasks of the day</a:t>
            </a:r>
          </a:p>
          <a:p>
            <a:pPr lvl="3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 button allow for removal of incorrect entries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schedule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will show three examples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Golden retriever (dog)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Pomeranian(dog)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Persian (cat)</a:t>
            </a:r>
          </a:p>
        </p:txBody>
      </p:sp>
    </p:spTree>
    <p:extLst>
      <p:ext uri="{BB962C8B-B14F-4D97-AF65-F5344CB8AC3E}">
        <p14:creationId xmlns:p14="http://schemas.microsoft.com/office/powerpoint/2010/main" val="3863793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F861A-B646-3A53-0539-CA5D7F076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(contd.)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6527B-70EA-5C58-E03D-97556A45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194560"/>
            <a:ext cx="10820400" cy="452192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Landing Page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668623-42FF-C3F3-9ABB-57204AC2A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4543" y="2029540"/>
            <a:ext cx="5497490" cy="451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803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0A370-53DF-7798-B8F1-42CE89EC7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90658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(contd.)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F3442-05B1-FB7E-144B-5288EC388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34886"/>
            <a:ext cx="10820400" cy="514894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Golden retriever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871017-7D19-FF66-B259-5D7653996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64" y="2239539"/>
            <a:ext cx="4415106" cy="380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794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C5B49-106C-FACC-4A71-5D99392C6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C5250-79D4-F403-952A-6EF415897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39767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51</TotalTime>
  <Words>220</Words>
  <Application>Microsoft Office PowerPoint</Application>
  <PresentationFormat>Widescreen</PresentationFormat>
  <Paragraphs>54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Century Gothic</vt:lpstr>
      <vt:lpstr>Times New Roman</vt:lpstr>
      <vt:lpstr>Vapor Trail</vt:lpstr>
      <vt:lpstr>PAWPAL+ PROJECT</vt:lpstr>
      <vt:lpstr>outline</vt:lpstr>
      <vt:lpstr>introduction</vt:lpstr>
      <vt:lpstr>Intro. Contd.</vt:lpstr>
      <vt:lpstr>demo</vt:lpstr>
      <vt:lpstr>Demo (contd.)</vt:lpstr>
      <vt:lpstr>Demo (contd.)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Afy A.</dc:creator>
  <cp:lastModifiedBy>Afy A.</cp:lastModifiedBy>
  <cp:revision>2</cp:revision>
  <dcterms:created xsi:type="dcterms:W3CDTF">2026-04-26T23:29:28Z</dcterms:created>
  <dcterms:modified xsi:type="dcterms:W3CDTF">2026-04-27T00:20:54Z</dcterms:modified>
</cp:coreProperties>
</file>